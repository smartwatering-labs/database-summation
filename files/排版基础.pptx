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22"/>
    <p:restoredTop sz="94638"/>
  </p:normalViewPr>
  <p:slideViewPr>
    <p:cSldViewPr snapToGrid="0">
      <p:cViewPr>
        <p:scale>
          <a:sx n="93" d="100"/>
          <a:sy n="93" d="100"/>
        </p:scale>
        <p:origin x="656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AE9E4-922B-A746-3A5C-6DE7401C2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FF0E4FB-070E-3DDE-B3AF-DA7B0379E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D8810B-7052-3C59-E6AC-884763753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C9FC-F4A9-974E-8296-38DD6D2287EA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651DC5-25D2-B5B9-E8A4-B6D3D628F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39DF2D-9E72-59C0-CF2B-B72433CE4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D0092-73C8-6049-BD51-B789875586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48665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4E31DF-990E-8F0F-99E1-62A65A34C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4FC91E-F4E4-2CFE-08F9-85F0EB51E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EAFB84-16DA-B23D-BD75-16E1FAB0A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C9FC-F4A9-974E-8296-38DD6D2287EA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9974F9-0FA0-3059-BAA8-C6C51E653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32E5D5-290E-D63F-2161-CC4020E6F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D0092-73C8-6049-BD51-B789875586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352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48EA3A-9D0B-DE97-5181-5AA5B2588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216BF0-9C8A-14BB-9E0B-C206C5160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2A3B9E-550E-8238-BF4C-664F07954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C9FC-F4A9-974E-8296-38DD6D2287EA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421F90-610F-4E7C-FFFF-CF3A55C00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02E0D7-97CD-E235-5E12-9226F27E8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D0092-73C8-6049-BD51-B789875586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0069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041CDB-CE92-8398-B7EE-AF46A9EA1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4FDD1B-1452-1266-B6E9-CDC68B72F0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A4B6D4-A469-A437-99D6-7DF4D0E12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10EFC4-E16C-EA33-F25F-D4343443A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C9FC-F4A9-974E-8296-38DD6D2287EA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04E6FC-35B9-E00E-56B0-A78C58357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85FD6D-F432-A5C9-A833-26AF62D44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D0092-73C8-6049-BD51-B789875586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7518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A92B39-DCBE-78C7-729C-A4EA177B0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BF70E0-4EAA-BF97-8332-53672427E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E254A1-0D7B-1DF2-16F8-08B3276D0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12406A-F50C-0BAB-4C3A-67687884E5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7D2582C-818E-1391-8ECA-8A3B541BA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B694848-2128-CF71-5488-8078EF37A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C9FC-F4A9-974E-8296-38DD6D2287EA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22262F9-21BD-54D7-5FBC-E871491D3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41E7529-2CAD-3B68-094E-029B11B60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D0092-73C8-6049-BD51-B789875586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1609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5EB3A1-DDDC-3173-885A-F8EDD8483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87BA4CF-E249-A7D5-6934-D1A13FF6E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C9FC-F4A9-974E-8296-38DD6D2287EA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CD836E-C735-FB9C-CE31-FF9E1A8E0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68839E-A051-C2A5-A5E1-C302DFEB0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D0092-73C8-6049-BD51-B789875586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4202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4E9402B-A74E-39AE-7A40-7163E475A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C9FC-F4A9-974E-8296-38DD6D2287EA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D60A33E-5D26-3F08-242E-FD107610F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69A7D5-EC5D-5C28-BE8A-7AC611F7A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D0092-73C8-6049-BD51-B789875586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2866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1905EB-DD6F-1CFC-B8CC-6581BC15D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F09F0A-7F71-667E-5A68-75C09CC08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D52F56-399E-A914-78AC-5660454D0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E287E9-E15F-8A26-386E-2C0B2B304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C9FC-F4A9-974E-8296-38DD6D2287EA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7EDEE3-8A36-E550-4A23-BE434EC8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19E842-1C92-36BF-0848-0BEA7C9BE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D0092-73C8-6049-BD51-B789875586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95272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B27DCF-EEEC-65AE-2188-5B60DEBAB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6A6396-4D2F-73BF-1094-326C5EB2E8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5E8FA0-5F09-25D7-D369-FCDBD56C97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0C460D-6811-0A1E-EC23-330CA9F48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C9FC-F4A9-974E-8296-38DD6D2287EA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B79B3A-83A5-EF4F-3874-A13A9B1B7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8D3B3D-DF37-8772-16B0-60B8BAEE7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D0092-73C8-6049-BD51-B789875586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722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EF6B43-C8CF-5194-AA51-8696FAD98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50784F-9E16-CFB2-A0C0-A93B05DE6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4421E7-C6E1-169F-0C2D-EE75A54A7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C9FC-F4A9-974E-8296-38DD6D2287EA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6BFFE1-5751-120A-B9F1-B7510E9D3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5B8DC5-2A49-479B-584E-4984C689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D0092-73C8-6049-BD51-B789875586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41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D46DA2E-6F95-6B24-E7A0-2A6DC2194E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7C9E1A-9FAD-EB12-59C9-256993031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BCAF86-93B6-26B3-736A-9A086EC07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C9FC-F4A9-974E-8296-38DD6D2287EA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3B986C-BA6B-6847-E942-6C063F302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45DE89-57C3-7AA7-6683-00025EFB6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D0092-73C8-6049-BD51-B789875586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9638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A79DB3C-040B-4D07-D72B-7825AD33B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654BBD-7266-8955-F4AF-9CDEA3210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AD6007-1D38-5CE7-6D27-8FD7AA51BB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70C9FC-F4A9-974E-8296-38DD6D2287EA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8BB36B-F4BF-B8AD-59CD-0BD37DC8E1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8CCC42-5391-E2B1-4448-303ABA94A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DD0092-73C8-6049-BD51-B789875586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8210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F0A5A-51CA-C18E-80CE-C679BDA9D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A2D1CFC-22A1-E987-BAA1-36A193EB1FE2}"/>
              </a:ext>
            </a:extLst>
          </p:cNvPr>
          <p:cNvSpPr/>
          <p:nvPr/>
        </p:nvSpPr>
        <p:spPr>
          <a:xfrm>
            <a:off x="0" y="0"/>
            <a:ext cx="2071396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模型 6">
                <a:extLst>
                  <a:ext uri="{FF2B5EF4-FFF2-40B4-BE49-F238E27FC236}">
                    <a16:creationId xmlns:a16="http://schemas.microsoft.com/office/drawing/2014/main" id="{78AD4306-115B-1C4D-CD22-2B41114E434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93508367"/>
                  </p:ext>
                </p:extLst>
              </p:nvPr>
            </p:nvGraphicFramePr>
            <p:xfrm>
              <a:off x="2565448" y="-306815"/>
              <a:ext cx="10818520" cy="6907601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0818520" cy="6907601"/>
                    </a:xfrm>
                    <a:prstGeom prst="rect">
                      <a:avLst/>
                    </a:prstGeom>
                  </am3d:spPr>
                  <am3d:camera>
                    <am3d:pos x="0" y="0" z="556483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849" d="1000000"/>
                    <am3d:preTrans dx="-3550034" dy="-2753949" dz="7880327"/>
                    <am3d:scale>
                      <am3d:sx n="1000000" d="1000000"/>
                      <am3d:sy n="1000000" d="1000000"/>
                      <am3d:sz n="1000000" d="1000000"/>
                    </am3d:scale>
                    <am3d:rot ax="634428" ay="-590015" az="-10955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683727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模型 6">
                <a:extLst>
                  <a:ext uri="{FF2B5EF4-FFF2-40B4-BE49-F238E27FC236}">
                    <a16:creationId xmlns:a16="http://schemas.microsoft.com/office/drawing/2014/main" id="{78AD4306-115B-1C4D-CD22-2B41114E434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65448" y="-306815"/>
                <a:ext cx="10818520" cy="6907601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7C0929DC-C763-BF87-9B72-99A6D028A45F}"/>
              </a:ext>
            </a:extLst>
          </p:cNvPr>
          <p:cNvSpPr/>
          <p:nvPr/>
        </p:nvSpPr>
        <p:spPr>
          <a:xfrm>
            <a:off x="2321442" y="5389048"/>
            <a:ext cx="7067106" cy="905426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8B21159-49D4-CE26-9A07-05C3FE5F8E5D}"/>
              </a:ext>
            </a:extLst>
          </p:cNvPr>
          <p:cNvSpPr txBox="1"/>
          <p:nvPr/>
        </p:nvSpPr>
        <p:spPr>
          <a:xfrm>
            <a:off x="2321443" y="5512064"/>
            <a:ext cx="70671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dirty="0"/>
              <a:t>文字嵌入显得很高级你知道吗</a:t>
            </a:r>
          </a:p>
        </p:txBody>
      </p:sp>
    </p:spTree>
    <p:extLst>
      <p:ext uri="{BB962C8B-B14F-4D97-AF65-F5344CB8AC3E}">
        <p14:creationId xmlns:p14="http://schemas.microsoft.com/office/powerpoint/2010/main" val="25576700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F3E1BC5-D4D8-9DDF-492E-EA7641CB7703}"/>
              </a:ext>
            </a:extLst>
          </p:cNvPr>
          <p:cNvSpPr/>
          <p:nvPr/>
        </p:nvSpPr>
        <p:spPr>
          <a:xfrm>
            <a:off x="0" y="0"/>
            <a:ext cx="2071396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模型 6">
                <a:extLst>
                  <a:ext uri="{FF2B5EF4-FFF2-40B4-BE49-F238E27FC236}">
                    <a16:creationId xmlns:a16="http://schemas.microsoft.com/office/drawing/2014/main" id="{215986D8-6E21-C746-7CEB-3299CE38010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88751785"/>
                  </p:ext>
                </p:extLst>
              </p:nvPr>
            </p:nvGraphicFramePr>
            <p:xfrm>
              <a:off x="2774343" y="192254"/>
              <a:ext cx="8783313" cy="6703835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8783313" cy="6703835"/>
                    </a:xfrm>
                    <a:prstGeom prst="rect">
                      <a:avLst/>
                    </a:prstGeom>
                  </am3d:spPr>
                  <am3d:camera>
                    <am3d:pos x="0" y="0" z="556483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849" d="1000000"/>
                    <am3d:preTrans dx="-3550034" dy="-2753949" dz="7880327"/>
                    <am3d:scale>
                      <am3d:sx n="1000000" d="1000000"/>
                      <am3d:sy n="1000000" d="1000000"/>
                      <am3d:sz n="1000000" d="1000000"/>
                    </am3d:scale>
                    <am3d:rot ax="1367029" ay="-2141105" az="-826019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137620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模型 6">
                <a:extLst>
                  <a:ext uri="{FF2B5EF4-FFF2-40B4-BE49-F238E27FC236}">
                    <a16:creationId xmlns:a16="http://schemas.microsoft.com/office/drawing/2014/main" id="{215986D8-6E21-C746-7CEB-3299CE38010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74343" y="192254"/>
                <a:ext cx="8783313" cy="670383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65386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68E4A-5B6E-9A11-1572-4C4E2E193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BFDF28D-1956-15B5-D2B2-30968762D28E}"/>
              </a:ext>
            </a:extLst>
          </p:cNvPr>
          <p:cNvSpPr/>
          <p:nvPr/>
        </p:nvSpPr>
        <p:spPr>
          <a:xfrm>
            <a:off x="0" y="0"/>
            <a:ext cx="2071396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模型 6">
                <a:extLst>
                  <a:ext uri="{FF2B5EF4-FFF2-40B4-BE49-F238E27FC236}">
                    <a16:creationId xmlns:a16="http://schemas.microsoft.com/office/drawing/2014/main" id="{567CB98E-C65C-194D-900E-54B22F7B5BE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38899247"/>
                  </p:ext>
                </p:extLst>
              </p:nvPr>
            </p:nvGraphicFramePr>
            <p:xfrm>
              <a:off x="2525544" y="-7261152"/>
              <a:ext cx="8485061" cy="13831301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8485061" cy="13831301"/>
                    </a:xfrm>
                    <a:prstGeom prst="rect">
                      <a:avLst/>
                    </a:prstGeom>
                  </am3d:spPr>
                  <am3d:camera>
                    <am3d:pos x="0" y="0" z="556483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849" d="1000000"/>
                    <am3d:preTrans dx="-3550034" dy="-2753949" dz="7880327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683728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模型 6">
                <a:extLst>
                  <a:ext uri="{FF2B5EF4-FFF2-40B4-BE49-F238E27FC236}">
                    <a16:creationId xmlns:a16="http://schemas.microsoft.com/office/drawing/2014/main" id="{567CB98E-C65C-194D-900E-54B22F7B5BE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5544" y="-7261152"/>
                <a:ext cx="8485061" cy="13831301"/>
              </a:xfrm>
              <a:prstGeom prst="rect">
                <a:avLst/>
              </a:prstGeom>
            </p:spPr>
          </p:pic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18CA1CB2-24A4-C347-C09B-C8B8A375EAB8}"/>
              </a:ext>
            </a:extLst>
          </p:cNvPr>
          <p:cNvSpPr/>
          <p:nvPr/>
        </p:nvSpPr>
        <p:spPr>
          <a:xfrm>
            <a:off x="3580598" y="1280160"/>
            <a:ext cx="2068487" cy="1429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E881E3-6EBD-CDAB-BC3F-3E1B301CB557}"/>
              </a:ext>
            </a:extLst>
          </p:cNvPr>
          <p:cNvSpPr/>
          <p:nvPr/>
        </p:nvSpPr>
        <p:spPr>
          <a:xfrm>
            <a:off x="6096000" y="1280160"/>
            <a:ext cx="4061494" cy="1521240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F8122CC-986F-347A-6531-3E823EC2FF79}"/>
              </a:ext>
            </a:extLst>
          </p:cNvPr>
          <p:cNvSpPr txBox="1"/>
          <p:nvPr/>
        </p:nvSpPr>
        <p:spPr>
          <a:xfrm>
            <a:off x="6096001" y="1403176"/>
            <a:ext cx="40614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dirty="0"/>
              <a:t>文字嵌入显得很高级你知道吗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E57E58BD-4446-E43E-9533-6E5B68E4BC74}"/>
              </a:ext>
            </a:extLst>
          </p:cNvPr>
          <p:cNvSpPr/>
          <p:nvPr/>
        </p:nvSpPr>
        <p:spPr>
          <a:xfrm>
            <a:off x="2859741" y="4061012"/>
            <a:ext cx="1613647" cy="5647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AD203959-0DEE-09F2-F8D7-5A4CA9121703}"/>
              </a:ext>
            </a:extLst>
          </p:cNvPr>
          <p:cNvSpPr/>
          <p:nvPr/>
        </p:nvSpPr>
        <p:spPr>
          <a:xfrm>
            <a:off x="4927536" y="4029139"/>
            <a:ext cx="1613647" cy="5647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15889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0B341-1CB3-2CF9-41EB-E1B867752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CD1066C-72C4-B7EF-8B04-50145FD5DEE4}"/>
              </a:ext>
            </a:extLst>
          </p:cNvPr>
          <p:cNvSpPr/>
          <p:nvPr/>
        </p:nvSpPr>
        <p:spPr>
          <a:xfrm>
            <a:off x="0" y="0"/>
            <a:ext cx="2071396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模型 6">
                <a:extLst>
                  <a:ext uri="{FF2B5EF4-FFF2-40B4-BE49-F238E27FC236}">
                    <a16:creationId xmlns:a16="http://schemas.microsoft.com/office/drawing/2014/main" id="{896391E9-98C3-2579-E623-91E60B9589F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27348966"/>
                  </p:ext>
                </p:extLst>
              </p:nvPr>
            </p:nvGraphicFramePr>
            <p:xfrm>
              <a:off x="1571135" y="114876"/>
              <a:ext cx="11631176" cy="662824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1631176" cy="6628246"/>
                    </a:xfrm>
                    <a:prstGeom prst="rect">
                      <a:avLst/>
                    </a:prstGeom>
                  </am3d:spPr>
                  <am3d:camera>
                    <am3d:pos x="0" y="0" z="556483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849" d="1000000"/>
                    <am3d:preTrans dx="-3550034" dy="-2753949" dz="7880327"/>
                    <am3d:scale>
                      <am3d:sx n="1000000" d="1000000"/>
                      <am3d:sy n="1000000" d="1000000"/>
                      <am3d:sz n="1000000" d="1000000"/>
                    </am3d:scale>
                    <am3d:rot ax="675850" ay="171585" az="34191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683726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模型 6">
                <a:extLst>
                  <a:ext uri="{FF2B5EF4-FFF2-40B4-BE49-F238E27FC236}">
                    <a16:creationId xmlns:a16="http://schemas.microsoft.com/office/drawing/2014/main" id="{896391E9-98C3-2579-E623-91E60B9589F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71135" y="114876"/>
                <a:ext cx="11631176" cy="6628246"/>
              </a:xfrm>
              <a:prstGeom prst="rect">
                <a:avLst/>
              </a:prstGeom>
            </p:spPr>
          </p:pic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FAFE2D85-1A19-FCB6-0D37-CBD5C0BE4CDC}"/>
              </a:ext>
            </a:extLst>
          </p:cNvPr>
          <p:cNvSpPr/>
          <p:nvPr/>
        </p:nvSpPr>
        <p:spPr>
          <a:xfrm>
            <a:off x="2342145" y="2242687"/>
            <a:ext cx="7257449" cy="994490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B93236E-F7E2-B3A2-6C6F-D4F201EDC0F3}"/>
              </a:ext>
            </a:extLst>
          </p:cNvPr>
          <p:cNvSpPr txBox="1"/>
          <p:nvPr/>
        </p:nvSpPr>
        <p:spPr>
          <a:xfrm>
            <a:off x="2342146" y="2365702"/>
            <a:ext cx="7257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dirty="0"/>
              <a:t>文字嵌入显得很高级你知道吗</a:t>
            </a:r>
          </a:p>
        </p:txBody>
      </p:sp>
    </p:spTree>
    <p:extLst>
      <p:ext uri="{BB962C8B-B14F-4D97-AF65-F5344CB8AC3E}">
        <p14:creationId xmlns:p14="http://schemas.microsoft.com/office/powerpoint/2010/main" val="32346883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24</Words>
  <Application>Microsoft Macintosh PowerPoint</Application>
  <PresentationFormat>宽屏</PresentationFormat>
  <Paragraphs>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 Winston</dc:creator>
  <cp:lastModifiedBy>Zhang Winston</cp:lastModifiedBy>
  <cp:revision>1</cp:revision>
  <dcterms:created xsi:type="dcterms:W3CDTF">2026-09-23T01:03:15Z</dcterms:created>
  <dcterms:modified xsi:type="dcterms:W3CDTF">2026-09-23T03:39:58Z</dcterms:modified>
</cp:coreProperties>
</file>